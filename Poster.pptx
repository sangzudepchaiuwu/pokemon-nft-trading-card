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1476" y="-292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518066"/>
              </p:ext>
            </p:extLst>
          </p:nvPr>
        </p:nvGraphicFramePr>
        <p:xfrm>
          <a:off x="71979" y="2356347"/>
          <a:ext cx="3890421" cy="1433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38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pPr algn="just"/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mở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thẻ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ngẫu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nhiên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marketplace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giao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dịch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thẻ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bài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là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một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trò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chơi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thẻ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Pokémon phi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tập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trung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chạy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trên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blockchain Avalanche Fuji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Testnet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Người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chơi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có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thể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sở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hữu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giao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dịch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thu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thập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thẻ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Pokémon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dưới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dạng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NFT (Non-Fungible Token)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thực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sự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trên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blockchain.</a:t>
                      </a:r>
                      <a:endParaRPr lang="vi-VN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793763"/>
              </p:ext>
            </p:extLst>
          </p:nvPr>
        </p:nvGraphicFramePr>
        <p:xfrm>
          <a:off x="4027952" y="2360409"/>
          <a:ext cx="2789416" cy="3731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41141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33200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HỆ THỐNG PHÁT HÀNH, MỞ THẺ NGẪU NHIÊN VÀ MARKETPLACE GIAO DỊCH THẺ BÀI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99" b="1" dirty="0"/>
                  <a:t>Tran Dang Cong, Vu Tai Sang</a:t>
                </a: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235305"/>
              </p:ext>
            </p:extLst>
          </p:nvPr>
        </p:nvGraphicFramePr>
        <p:xfrm>
          <a:off x="4023342" y="6091918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nghệ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sử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 dirty="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934946"/>
              </p:ext>
            </p:extLst>
          </p:nvPr>
        </p:nvGraphicFramePr>
        <p:xfrm>
          <a:off x="71978" y="3794556"/>
          <a:ext cx="3890421" cy="6055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2232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81134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09255"/>
              </p:ext>
            </p:extLst>
          </p:nvPr>
        </p:nvGraphicFramePr>
        <p:xfrm>
          <a:off x="4027950" y="8068432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 phát triển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r>
                        <a:rPr lang="en-US" sz="11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Hướng</a:t>
                      </a:r>
                      <a:r>
                        <a:rPr lang="en-US" sz="11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1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11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tương</a:t>
                      </a:r>
                      <a:r>
                        <a:rPr lang="en-US" sz="11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lai:</a:t>
                      </a:r>
                      <a:endParaRPr lang="en-US" sz="11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Mainnet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ví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đa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nền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tảng</a:t>
                      </a:r>
                      <a:endParaRPr lang="en-US" sz="1000" b="1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Marketplace &amp;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trải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nghiệm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Auction, bundle, royalty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cho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người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sáng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tạo</a:t>
                      </a:r>
                      <a:endParaRPr lang="en-US" sz="10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Mở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rộng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sản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phẩm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Thêm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series/set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mới</a:t>
                      </a:r>
                      <a:endParaRPr lang="en-US" sz="10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A7E5AC5F-CCBC-EDCA-8246-F95FDF5F6E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90" y="4319536"/>
            <a:ext cx="3773971" cy="2248484"/>
          </a:xfrm>
          <a:prstGeom prst="rect">
            <a:avLst/>
          </a:prstGeom>
        </p:spPr>
      </p:pic>
      <p:pic>
        <p:nvPicPr>
          <p:cNvPr id="11" name="Hình ảnh 10">
            <a:extLst>
              <a:ext uri="{FF2B5EF4-FFF2-40B4-BE49-F238E27FC236}">
                <a16:creationId xmlns:a16="http://schemas.microsoft.com/office/drawing/2014/main" id="{EF5DB9B8-5BDE-7F79-27CC-B9548DAFDC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90" y="6767640"/>
            <a:ext cx="3773971" cy="2601583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1AF59E4A-70E8-7D86-2614-4F02FC7F9F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797" y="1440058"/>
            <a:ext cx="513731" cy="513731"/>
          </a:xfrm>
          <a:prstGeom prst="rect">
            <a:avLst/>
          </a:prstGeom>
        </p:spPr>
      </p:pic>
      <p:pic>
        <p:nvPicPr>
          <p:cNvPr id="33" name="Hình ảnh 32">
            <a:extLst>
              <a:ext uri="{FF2B5EF4-FFF2-40B4-BE49-F238E27FC236}">
                <a16:creationId xmlns:a16="http://schemas.microsoft.com/office/drawing/2014/main" id="{D365756B-61A0-1E42-9690-D952C157A3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2936" y="6446697"/>
            <a:ext cx="2390226" cy="1524799"/>
          </a:xfrm>
          <a:prstGeom prst="rect">
            <a:avLst/>
          </a:prstGeom>
        </p:spPr>
      </p:pic>
      <p:pic>
        <p:nvPicPr>
          <p:cNvPr id="38" name="Hình ảnh 37">
            <a:extLst>
              <a:ext uri="{FF2B5EF4-FFF2-40B4-BE49-F238E27FC236}">
                <a16:creationId xmlns:a16="http://schemas.microsoft.com/office/drawing/2014/main" id="{06A1CA93-9CA6-5E51-2376-6A6639A51A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415" y="3126400"/>
            <a:ext cx="2775267" cy="256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661</TotalTime>
  <Words>155</Words>
  <Application>Microsoft Office PowerPoint</Application>
  <PresentationFormat>Khổ A4 (210x297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6" baseType="lpstr">
      <vt:lpstr>Arial Hebrew Scholar</vt:lpstr>
      <vt:lpstr>Arial</vt:lpstr>
      <vt:lpstr>Calibri</vt:lpstr>
      <vt:lpstr>Calibri Light</vt:lpstr>
      <vt:lpstr>Office Theme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Vu Sang</cp:lastModifiedBy>
  <cp:revision>98</cp:revision>
  <dcterms:created xsi:type="dcterms:W3CDTF">2023-07-02T07:57:15Z</dcterms:created>
  <dcterms:modified xsi:type="dcterms:W3CDTF">2026-06-04T06:29:56Z</dcterms:modified>
</cp:coreProperties>
</file>